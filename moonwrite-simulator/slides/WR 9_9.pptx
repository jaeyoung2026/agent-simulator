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cdc04a1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cdc04a1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Action 플래닝을 어떻게 할것인지? 환경 구축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반복 작업 플래닝을 어떻게 할것인지?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cf5646d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cf5646d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Action 플래닝을 어떻게 할것인지? 환경 구축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반복 작업 플래닝을 어떻게 할것인지?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dc04a10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dc04a10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cdc04a10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cdc04a10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cdc04a105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cdc04a105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cdc04a10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cdc04a10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코드만 좀 찾아보자.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개념적인 비교도 가능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최근 연구와 성능적인 비교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생각할수있는 다양한 비교거리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비교할수있는 적절한 비교거리를 찾아봐야한다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이런 특성 차이가 있어 정확한 비교가 어렵다.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cdc04a105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cdc04a10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이론적인 background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선행연구 보상함수 비교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Toddlerbot이라서 이런 이슈가 발생한다.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그런걸 수학적인 방법, MSE, smoothing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논문 찾아보기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ko"/>
              <a:t>1~2 방안 구체화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arxiv.org/abs/2502.05817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2025-09-09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Sep. 08,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/>
              <a:t>Done</a:t>
            </a:r>
            <a:endParaRPr b="1" sz="2000"/>
          </a:p>
        </p:txBody>
      </p:sp>
      <p:sp>
        <p:nvSpPr>
          <p:cNvPr id="68" name="Google Shape;68;p1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45225" y="1147625"/>
            <a:ext cx="8520600" cy="3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적절한 물리 가중치 구하기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9~10min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동작 후 과열 발생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모터별 config.json 파일 생성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XC330, 2XC430, XM430, 2XL430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DR(Domain Randomization) 지원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obs(Observation)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에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housing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온도와 delta 값 추가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obs.shape 기존 (1245, )에서 (2145, )로 증가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60</a:t>
            </a:r>
            <a:r>
              <a:rPr lang="ko" sz="1300">
                <a:solidFill>
                  <a:srgbClr val="0D0D0D"/>
                </a:solidFill>
                <a:highlight>
                  <a:schemeClr val="lt1"/>
                </a:highlight>
              </a:rPr>
              <a:t>(temp 30, delta 30)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 * 15</a:t>
            </a:r>
            <a:r>
              <a:rPr lang="ko" sz="1300">
                <a:solidFill>
                  <a:srgbClr val="0D0D0D"/>
                </a:solidFill>
                <a:highlight>
                  <a:schemeClr val="lt1"/>
                </a:highlight>
              </a:rPr>
              <a:t>(history)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, 900만큼 obs 증가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toddlerbot rl 환경 구조 분석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/>
              <a:t>Done</a:t>
            </a:r>
            <a:endParaRPr b="1" sz="2000"/>
          </a:p>
        </p:txBody>
      </p:sp>
      <p:sp>
        <p:nvSpPr>
          <p:cNvPr id="78" name="Google Shape;78;p1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938" y="1287425"/>
            <a:ext cx="6924665" cy="34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RL Env setting</a:t>
            </a:r>
            <a:endParaRPr b="1" sz="3000"/>
          </a:p>
        </p:txBody>
      </p:sp>
      <p:sp>
        <p:nvSpPr>
          <p:cNvPr id="88" name="Google Shape;88;p16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Index</a:t>
            </a:r>
            <a:endParaRPr b="1" i="1" sz="25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MJXEnv</a:t>
            </a:r>
            <a:r>
              <a:rPr lang="ko" sz="1300">
                <a:solidFill>
                  <a:srgbClr val="0D0D0D"/>
                </a:solidFill>
                <a:highlight>
                  <a:srgbClr val="FFFFFF"/>
                </a:highlight>
              </a:rPr>
              <a:t>(MTJXEnv)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 상속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action에 따른 reward 정의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_reward_xxx로 정의하면 자동 등록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주의: Pure Function으로 만들어야 한다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_sample_command 정의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MotionReference 상속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get_state_ref 정의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MJXEnv에 motion_ref 정의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환경 등록 후 toddlerbot.locomotion.train_mjx.py 실행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Issue &amp; Todo</a:t>
            </a:r>
            <a:endParaRPr b="1" sz="3000"/>
          </a:p>
        </p:txBody>
      </p:sp>
      <p:sp>
        <p:nvSpPr>
          <p:cNvPr id="107" name="Google Shape;107;p18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0" name="Google Shape;110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/>
              <a:t>Issue</a:t>
            </a:r>
            <a:endParaRPr b="1" sz="2000"/>
          </a:p>
        </p:txBody>
      </p:sp>
      <p:sp>
        <p:nvSpPr>
          <p:cNvPr id="116" name="Google Shape;116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45225" y="1147625"/>
            <a:ext cx="8520600" cy="3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선행 연구와 비교?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b="1" lang="ko" sz="12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DreamFLEX</a:t>
            </a:r>
            <a:endParaRPr sz="10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/>
              <a:t>Plan &amp; Todo</a:t>
            </a:r>
            <a:endParaRPr b="1" sz="2000"/>
          </a:p>
        </p:txBody>
      </p:sp>
      <p:sp>
        <p:nvSpPr>
          <p:cNvPr id="126" name="Google Shape;126;p2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245225" y="1147625"/>
            <a:ext cx="8520600" cy="37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Obs에 온도 값 추가 이후 동일 정책 학습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train_mjx.py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수정 필요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온도에 따른 보상 함수 추가 이후 동일 정책 학습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Burpee Test Env? M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anipulation? 다른 학습 환경 </a:t>
            </a: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구축 이후 학습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chemeClr val="lt1"/>
                </a:highlight>
              </a:rPr>
              <a:t>jetson orin nx eval 환경 설정</a:t>
            </a:r>
            <a:endParaRPr sz="1800">
              <a:solidFill>
                <a:srgbClr val="0D0D0D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