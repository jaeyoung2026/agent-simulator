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f2f1416b3_5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1f2f1416b3_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f2f1416b3_5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f2f1416b3_5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1f2f1416b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1f2f1416b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73b7dce8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73b7dce8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3b7dce8f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3b7dce8f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3b7dce8f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73b7dce8f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3b7dce8f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73b7dce8f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3b7dce8f2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73b7dce8f2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3b7dce8f2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73b7dce8f2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3b7dce8f2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73b7dce8f2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73b7dce8f2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73b7dce8f2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73b7dce8f2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73b7dce8f2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3c690200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73c690200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3c690200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73c690200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정확한 시뮬레이션이 필요한가?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현재 온도 -&gt; 토크 제한 상황 극복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해당 온도가 급격하게 오르는 것을 방지하는 것이 아닌, 토크의 제한이 발생했을 때, 어떻게든 정책을 수행하는 것이 목적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hyperlink" Target="https://github.com/hshi74/brax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hyperlink" Target="https://github.com/EunwooSong/brax#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hyperlink" Target="http://drive.google.com/file/d/1HoeZiRqu8kZ6qPHi2rjyxFaPQ_tdjUxm/view" TargetMode="External"/><Relationship Id="rId5" Type="http://schemas.openxmlformats.org/officeDocument/2006/relationships/image" Target="../media/image3.jpg"/><Relationship Id="rId6" Type="http://schemas.openxmlformats.org/officeDocument/2006/relationships/hyperlink" Target="http://drive.google.com/file/d/1y1P8SBsJB5qRDBGnXSHGMGHhhdzJYlyE/view" TargetMode="External"/><Relationship Id="rId7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hyperlink" Target="https://github.com/EunwooSong/toddlerbot#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5150" y="0"/>
            <a:ext cx="9144000" cy="601500"/>
          </a:xfrm>
          <a:prstGeom prst="rect">
            <a:avLst/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76200">
              <a:srgbClr val="595959">
                <a:alpha val="16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311700" y="1447000"/>
            <a:ext cx="8520600" cy="9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90500" rtl="0" algn="ctr">
              <a:lnSpc>
                <a:spcPct val="91283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b="1" lang="ko" sz="32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Weekly Report 2025-07-29</a:t>
            </a:r>
            <a:endParaRPr b="1" sz="52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11700" y="2661775"/>
            <a:ext cx="8520600" cy="19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ko" sz="2800">
                <a:solidFill>
                  <a:schemeClr val="dk1"/>
                </a:solidFill>
                <a:highlight>
                  <a:srgbClr val="FFFFFF"/>
                </a:highlight>
              </a:rPr>
              <a:t>Written on July 28, 2025</a:t>
            </a:r>
            <a:endParaRPr i="1" sz="2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ko" sz="2800">
                <a:solidFill>
                  <a:srgbClr val="000000"/>
                </a:solidFill>
                <a:highlight>
                  <a:srgbClr val="FFFFFF"/>
                </a:highlight>
              </a:rPr>
              <a:t>Presenter : </a:t>
            </a:r>
            <a:r>
              <a:rPr i="1" lang="ko" sz="2800">
                <a:highlight>
                  <a:srgbClr val="FFFFFF"/>
                </a:highlight>
              </a:rPr>
              <a:t>EunwooSong</a:t>
            </a:r>
            <a:endParaRPr i="1" sz="2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ko" sz="2800">
                <a:highlight>
                  <a:srgbClr val="FFFFFF"/>
                </a:highlight>
              </a:rPr>
              <a:t>song200348@gmail.com</a:t>
            </a:r>
            <a:endParaRPr i="1" sz="28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" name="Google Shape;59;p13"/>
          <p:cNvCxnSpPr/>
          <p:nvPr/>
        </p:nvCxnSpPr>
        <p:spPr>
          <a:xfrm>
            <a:off x="361375" y="1408050"/>
            <a:ext cx="83091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13"/>
          <p:cNvCxnSpPr/>
          <p:nvPr/>
        </p:nvCxnSpPr>
        <p:spPr>
          <a:xfrm>
            <a:off x="361375" y="2430100"/>
            <a:ext cx="83091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" name="Google Shape;61;p13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6079075" y="2452175"/>
            <a:ext cx="259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ko">
                <a:solidFill>
                  <a:srgbClr val="4A86E8"/>
                </a:solidFill>
              </a:rPr>
              <a:t>ToddlerBot Simulation</a:t>
            </a:r>
            <a:endParaRPr i="1"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Done, ToDo</a:t>
            </a:r>
            <a:endParaRPr b="1" i="1" sz="2500"/>
          </a:p>
        </p:txBody>
      </p:sp>
      <p:sp>
        <p:nvSpPr>
          <p:cNvPr id="68" name="Google Shape;68;p14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0D0D0D"/>
                </a:solidFill>
                <a:highlight>
                  <a:srgbClr val="FFFFFF"/>
                </a:highlight>
              </a:rPr>
              <a:t>Done</a:t>
            </a:r>
            <a:endParaRPr b="1"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Toddlerbot Migration 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Toddlerbot RL Result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0D0D0D"/>
                </a:solidFill>
                <a:highlight>
                  <a:srgbClr val="FFFFFF"/>
                </a:highlight>
              </a:rPr>
              <a:t>ToDo</a:t>
            </a:r>
            <a:endParaRPr b="1"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Heat2Torque test on basic RL Agent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주제 발전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235500" y="2233450"/>
            <a:ext cx="8520600" cy="65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000"/>
              <a:t>Toddlerbot Migration</a:t>
            </a:r>
            <a:endParaRPr b="1" sz="3000"/>
          </a:p>
        </p:txBody>
      </p:sp>
      <p:sp>
        <p:nvSpPr>
          <p:cNvPr id="78" name="Google Shape;78;p15"/>
          <p:cNvSpPr/>
          <p:nvPr/>
        </p:nvSpPr>
        <p:spPr>
          <a:xfrm>
            <a:off x="245225" y="2884850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Migration Result</a:t>
            </a:r>
            <a:endParaRPr b="1" i="1" sz="2500"/>
          </a:p>
        </p:txBody>
      </p:sp>
      <p:sp>
        <p:nvSpPr>
          <p:cNvPr id="87" name="Google Shape;87;p16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jax(core, lib etc…) 0.4.28  -&gt; 0.6.2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brax 0.10.5 -&gt; 0.12.4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mujoco 3.2.4 -&gt; 3.3.4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Why?</a:t>
            </a:r>
            <a:endParaRPr b="1" i="1" sz="2500"/>
          </a:p>
        </p:txBody>
      </p:sp>
      <p:sp>
        <p:nvSpPr>
          <p:cNvPr id="97" name="Google Shape;97;p17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JAX에서 빌드시 Blackwell arch에서 컴파일 오류 발생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SM90A 컴파일 문제 발생, Hopper arch? cuda 12.0?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최신 CUDA 미지원?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JAX 버전에 따른 Tracer 문제 발생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Domain </a:t>
            </a: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Randomization 함수에서 누수 발생?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JAX 버전에 따른 연산 성능 차이 발생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최신 버전이 학습 시간 단축에 유리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커스텀된 brax 때문에 최신 버전의 코드를 바로 사용할 수 없음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기존의 코드를 저자가 의도한 대로 사용할 수 없는 문제 발생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Result</a:t>
            </a:r>
            <a:endParaRPr b="1" i="1" sz="2500"/>
          </a:p>
        </p:txBody>
      </p:sp>
      <p:sp>
        <p:nvSpPr>
          <p:cNvPr id="107" name="Google Shape;107;p18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10" name="Google Shape;110;p18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Brax 코드를 수정하여 JAX 버전에 적절한 마이그레이션 진행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최신의 Brax git clone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이전 Toddlerbot에 사용된 커스텀 brax의 commit log를 보고 수정 진행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 u="sng">
                <a:solidFill>
                  <a:schemeClr val="hlink"/>
                </a:solidFill>
                <a:highlight>
                  <a:srgbClr val="FFFFFF"/>
                </a:highlight>
                <a:hlinkClick r:id="rId4"/>
              </a:rPr>
              <a:t>https://github.com/hshi74/brax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최신 버전에 적절한 구문과, brax 버전에 따라 달라진 내용을 추적해 코드 작성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Result</a:t>
            </a:r>
            <a:endParaRPr b="1" i="1" sz="2500"/>
          </a:p>
        </p:txBody>
      </p:sp>
      <p:sp>
        <p:nvSpPr>
          <p:cNvPr id="117" name="Google Shape;117;p19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9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u="sng">
                <a:solidFill>
                  <a:schemeClr val="hlink"/>
                </a:solidFill>
                <a:highlight>
                  <a:srgbClr val="FFFFFF"/>
                </a:highlight>
                <a:hlinkClick r:id="rId4"/>
              </a:rPr>
              <a:t>https://github.com/EunwooSong/brax#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235500" y="2233450"/>
            <a:ext cx="8520600" cy="65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000"/>
              <a:t>Toddlerbot RL Results</a:t>
            </a:r>
            <a:endParaRPr b="1" sz="3000"/>
          </a:p>
        </p:txBody>
      </p:sp>
      <p:sp>
        <p:nvSpPr>
          <p:cNvPr id="127" name="Google Shape;127;p20"/>
          <p:cNvSpPr/>
          <p:nvPr/>
        </p:nvSpPr>
        <p:spPr>
          <a:xfrm>
            <a:off x="245225" y="2884850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Result</a:t>
            </a:r>
            <a:endParaRPr b="1" i="1" sz="2500"/>
          </a:p>
        </p:txBody>
      </p:sp>
      <p:sp>
        <p:nvSpPr>
          <p:cNvPr id="136" name="Google Shape;136;p21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1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pic>
        <p:nvPicPr>
          <p:cNvPr id="140" name="Google Shape;140;p21" title="WR3_toddlerbot_RL_5120000_steps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5225" y="1300025"/>
            <a:ext cx="4090901" cy="3068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1" title="WR3_toddlerbot_RL_302080000_steps.mp4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65201" y="1300025"/>
            <a:ext cx="4090899" cy="306817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1"/>
          <p:cNvSpPr txBox="1"/>
          <p:nvPr/>
        </p:nvSpPr>
        <p:spPr>
          <a:xfrm>
            <a:off x="1825200" y="4418225"/>
            <a:ext cx="6930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ko" sz="1600">
                <a:solidFill>
                  <a:srgbClr val="999999"/>
                </a:solidFill>
              </a:rPr>
              <a:t>RTX 5080 / 10h, left: 5120000 steps, right: 302080000 steps</a:t>
            </a:r>
            <a:endParaRPr i="1" sz="1600">
              <a:solidFill>
                <a:srgbClr val="999999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Result - github</a:t>
            </a:r>
            <a:endParaRPr b="1" i="1" sz="2500"/>
          </a:p>
        </p:txBody>
      </p:sp>
      <p:sp>
        <p:nvSpPr>
          <p:cNvPr id="148" name="Google Shape;148;p22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2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152" name="Google Shape;152;p22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u="sng">
                <a:solidFill>
                  <a:schemeClr val="hlink"/>
                </a:solidFill>
                <a:highlight>
                  <a:srgbClr val="FFFFFF"/>
                </a:highlight>
                <a:hlinkClick r:id="rId4"/>
              </a:rPr>
              <a:t>https://github.com/EunwooSong/toddlerbot#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수정사항: 일부 코드 JAX 버전에 맞게 수정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235500" y="2233450"/>
            <a:ext cx="8520600" cy="65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900"/>
              <a:t>Heat2Torque sim test on basic RL Agent</a:t>
            </a:r>
            <a:endParaRPr b="1" sz="2900"/>
          </a:p>
        </p:txBody>
      </p:sp>
      <p:sp>
        <p:nvSpPr>
          <p:cNvPr id="158" name="Google Shape;158;p23"/>
          <p:cNvSpPr/>
          <p:nvPr/>
        </p:nvSpPr>
        <p:spPr>
          <a:xfrm>
            <a:off x="245225" y="2884850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3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61" name="Google Shape;161;p23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162" name="Google Shape;162;p23"/>
          <p:cNvSpPr txBox="1"/>
          <p:nvPr/>
        </p:nvSpPr>
        <p:spPr>
          <a:xfrm>
            <a:off x="6079075" y="2910050"/>
            <a:ext cx="259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ko">
                <a:solidFill>
                  <a:srgbClr val="4A86E8"/>
                </a:solidFill>
              </a:rPr>
              <a:t>TODO</a:t>
            </a:r>
            <a:endParaRPr i="1"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Subject</a:t>
            </a:r>
            <a:endParaRPr b="1" i="1" sz="2500"/>
          </a:p>
        </p:txBody>
      </p:sp>
      <p:sp>
        <p:nvSpPr>
          <p:cNvPr id="168" name="Google Shape;168;p24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4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71" name="Google Shape;171;p24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172" name="Google Shape;172;p24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학습된 Agent가 새로 주어진 환경에 어떻게 대응하는지 확인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모터의 과열 상황 부여 아래 상황을 시뮬레이션 해서 간단하게 확인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주요 모터가 동작을 멈춤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주요 모터의 토크에 제한이 있음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모터 온도에 따른 토크 제한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제안하는 주제가 적절한지 시뮬레이션을 통해 확인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Check List</a:t>
            </a:r>
            <a:endParaRPr b="1" i="1" sz="2500"/>
          </a:p>
        </p:txBody>
      </p:sp>
      <p:sp>
        <p:nvSpPr>
          <p:cNvPr id="178" name="Google Shape;178;p25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5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81" name="Google Shape;181;p25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182" name="Google Shape;182;p25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실제 사용되는 모터 에너지 효율성 데이터화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Heat2Torque 시뮬레이터 제작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테스트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고려할점?</a:t>
            </a:r>
            <a:endParaRPr b="1" i="1" sz="2500"/>
          </a:p>
        </p:txBody>
      </p:sp>
      <p:sp>
        <p:nvSpPr>
          <p:cNvPr id="188" name="Google Shape;188;p26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6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91" name="Google Shape;191;p26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192" name="Google Shape;192;p26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많은 cost가 필요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저가 모터의 한계인 높은 발열, 이로 인한 잦은 고장을 해결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로봇 스스로 안정적인 동작을 수행하는데 초점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제안한 1차 열모델 시뮬레이터로도 충분한지 검증?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다른 외부 요인을 제외하고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현재 모터의 온도가 이정도 일때, 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