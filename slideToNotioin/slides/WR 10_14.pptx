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f2f1416b3_5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f2f1416b3_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2f1416b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2f1416b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c29e6734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c29e6734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c29e673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c29e673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c29e6734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c29e6734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output data 저장시 문제가 생겨 시각화에 오류 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토크 제한 ㄴㄴ생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c29e6734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c29e6734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c29e673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c29e673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c3a493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c3a493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c3a49306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c3a49306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점선에 Fit 해야 함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c6579335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c6579335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점선에 Fit 해야 함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c657933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c657933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논문 까지 빌드업해보자?!?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2025-10-14</a:t>
            </a:r>
            <a:endParaRPr b="1" sz="5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Oct 14,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Fault Tolerance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Index.</a:t>
            </a:r>
            <a:endParaRPr b="1" i="1" sz="2500"/>
          </a:p>
        </p:txBody>
      </p:sp>
      <p:sp>
        <p:nvSpPr>
          <p:cNvPr id="68" name="Google Shape;68;p1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Toddlerbot 학습 결과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Online Learning Estimator Core Model 진행 상황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Toddlerbot 학습 결과</a:t>
            </a:r>
            <a:endParaRPr b="1" sz="3000"/>
          </a:p>
        </p:txBody>
      </p:sp>
      <p:sp>
        <p:nvSpPr>
          <p:cNvPr id="78" name="Google Shape;78;p15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학습 환경 세팅</a:t>
            </a:r>
            <a:endParaRPr b="1" i="1" sz="2500"/>
          </a:p>
        </p:txBody>
      </p:sp>
      <p:sp>
        <p:nvSpPr>
          <p:cNvPr id="87" name="Google Shape;87;p1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기존 obs에 권선 온도 값(c_core)을 추가해 Env에서 학습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⇒ 권선의 온도만으로 토크 제한을 감지할 수 있는가?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학습 과정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토크 제한 없는 환경(30,000,000) -&gt; 토크 제한 있는 환경(10,000,000)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basic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						</a:t>
            </a: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thermal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Curriculum Learning을 통해 걷는 방법을 학습한 이후, 제한된 환경에서 적응할 수 있도록 학습 유도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비교 환경 세팅</a:t>
            </a:r>
            <a:endParaRPr b="1" i="1" sz="2500"/>
          </a:p>
        </p:txBody>
      </p:sp>
      <p:sp>
        <p:nvSpPr>
          <p:cNvPr id="97" name="Google Shape;97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random generate seed 0으로 동일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동일한 Domain Randomization, Noise가 적용된 환경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동일한 actuator config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best policy로 비교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108000 step(30min)까지 생존을 목표로 실험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결과</a:t>
            </a:r>
            <a:endParaRPr b="1" i="1" sz="2500"/>
          </a:p>
        </p:txBody>
      </p:sp>
      <p:sp>
        <p:nvSpPr>
          <p:cNvPr id="107" name="Google Shape;107;p1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basic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~31989 steps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8m 53sec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thermal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~13584 steps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	3m 46sec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12" name="Google Shape;112;p18" title="스크린샷 2025-10-14 004221.png"/>
          <p:cNvPicPr preferRelativeResize="0"/>
          <p:nvPr/>
        </p:nvPicPr>
        <p:blipFill rotWithShape="1">
          <a:blip r:embed="rId4">
            <a:alphaModFix/>
          </a:blip>
          <a:srcRect b="23230" l="0" r="0" t="0"/>
          <a:stretch/>
        </p:blipFill>
        <p:spPr>
          <a:xfrm>
            <a:off x="2932475" y="1683125"/>
            <a:ext cx="5823626" cy="17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분석</a:t>
            </a:r>
            <a:endParaRPr b="1" i="1" sz="2500"/>
          </a:p>
        </p:txBody>
      </p:sp>
      <p:sp>
        <p:nvSpPr>
          <p:cNvPr id="118" name="Google Shape;118;p1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Thermal의 비효율적 전략 학습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무리하게 다리를 움직이려고 시도 (3945 step부터 토크 제한 발생)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원인과 결과의 단절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온도 상승과 토크 제한의 관계를 학습하지 못함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보상함수의 부재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b="1" lang="ko" sz="1800">
                <a:solidFill>
                  <a:srgbClr val="0D0D0D"/>
                </a:solidFill>
                <a:highlight>
                  <a:srgbClr val="FFFFFF"/>
                </a:highlight>
              </a:rPr>
              <a:t>단기적 보상에 근시안적 최적화</a:t>
            </a:r>
            <a:endParaRPr b="1"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당장 앞의 보상을 최대화하는 것에 초점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미래의 큰 손실보다 현재의 작은 이익 우선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Online Learning Core </a:t>
            </a:r>
            <a:r>
              <a:rPr b="1" lang="ko" sz="3000"/>
              <a:t>Estimator</a:t>
            </a:r>
            <a:endParaRPr b="1" sz="3000"/>
          </a:p>
        </p:txBody>
      </p:sp>
      <p:sp>
        <p:nvSpPr>
          <p:cNvPr id="128" name="Google Shape;128;p20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Meta Learning</a:t>
            </a:r>
            <a:endParaRPr b="1" i="1" sz="2500"/>
          </a:p>
        </p:txBody>
      </p:sp>
      <p:sp>
        <p:nvSpPr>
          <p:cNvPr id="137" name="Google Shape;137;p2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이전 공부한 내용을 바탕으로 코드 작성 후 메타 러닝 진행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파라미터 동일하게 설정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Meta Learning - Result</a:t>
            </a:r>
            <a:endParaRPr b="1" i="1" sz="2500"/>
          </a:p>
        </p:txBody>
      </p:sp>
      <p:sp>
        <p:nvSpPr>
          <p:cNvPr id="147" name="Google Shape;147;p2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6513" y="1300025"/>
            <a:ext cx="6118571" cy="34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Meta Learning - Target</a:t>
            </a:r>
            <a:endParaRPr b="1" i="1" sz="2500"/>
          </a:p>
        </p:txBody>
      </p:sp>
      <p:sp>
        <p:nvSpPr>
          <p:cNvPr id="157" name="Google Shape;157;p2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4264" y="1442925"/>
            <a:ext cx="6398421" cy="31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TODO</a:t>
            </a:r>
            <a:endParaRPr b="1" i="1" sz="2500"/>
          </a:p>
        </p:txBody>
      </p:sp>
      <p:sp>
        <p:nvSpPr>
          <p:cNvPr id="167" name="Google Shape;167;p2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heat2torque 코드 정리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Online Learning Core Estimator 코드 수정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Visualization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Thermal 환경에서 처음부터 학습 시 안되는 이유 분석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