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f2f1416b3_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f2f1416b3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f2f1416b3_5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f2f1416b3_5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연구 주제 논의하다 질문을 못드렸고, </a:t>
            </a:r>
            <a:r>
              <a:rPr lang="ko"/>
              <a:t>overview</a:t>
            </a:r>
            <a:r>
              <a:rPr lang="ko"/>
              <a:t>와 좀 더 조사를 해서 정확한 시뮬레이션 방안 마련해보자는 피드백을 받았습니다.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f6648649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f6648649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연구 주제 논의하다 질문을 못드렸고, overview와 좀 더 조사를 해서 정확한 시뮬레이션 방안 마련해보자는 피드백을 받았습니다.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f6648649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f6648649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agent</a:t>
            </a:r>
            <a:r>
              <a:rPr lang="ko"/>
              <a:t>가 발열을 예측할 것이냐, 아니면 이정도의 발열이 주어졌을 떄 어떻게 대응을 할 것이냐 에러 고려, 최대 토크 제한, 시물레이션 방법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f6648649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f6648649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로봇 온도 발전, 영향을 주는 요소. 로봇 에러가 아닌 센서 온도 예측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hyperlink" Target="https://github.com/hshi74/toddlerbot/blob/main/toddlerbot/locomotion/train_mjx.py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150" y="0"/>
            <a:ext cx="9144000" cy="6015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76200">
              <a:srgbClr val="595959">
                <a:alpha val="16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1447000"/>
            <a:ext cx="85206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90500" rtl="0" algn="ctr">
              <a:lnSpc>
                <a:spcPct val="91283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b="1" lang="ko" sz="32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Weekly Report 2025-07-22</a:t>
            </a:r>
            <a:endParaRPr b="1" sz="5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2661775"/>
            <a:ext cx="8520600" cy="19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2800">
                <a:solidFill>
                  <a:schemeClr val="dk1"/>
                </a:solidFill>
                <a:highlight>
                  <a:srgbClr val="FFFFFF"/>
                </a:highlight>
              </a:rPr>
              <a:t>Written on July 22, 2025</a:t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2800">
                <a:solidFill>
                  <a:srgbClr val="000000"/>
                </a:solidFill>
                <a:highlight>
                  <a:srgbClr val="FFFFFF"/>
                </a:highlight>
              </a:rPr>
              <a:t>Presenter : </a:t>
            </a:r>
            <a:r>
              <a:rPr i="1" lang="ko" sz="2800">
                <a:highlight>
                  <a:srgbClr val="FFFFFF"/>
                </a:highlight>
              </a:rPr>
              <a:t>EunwooSong</a:t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2800">
                <a:highlight>
                  <a:srgbClr val="FFFFFF"/>
                </a:highlight>
              </a:rPr>
              <a:t>song200348@gmail.com</a:t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p13"/>
          <p:cNvCxnSpPr/>
          <p:nvPr/>
        </p:nvCxnSpPr>
        <p:spPr>
          <a:xfrm>
            <a:off x="361375" y="1408050"/>
            <a:ext cx="8309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3"/>
          <p:cNvCxnSpPr/>
          <p:nvPr/>
        </p:nvCxnSpPr>
        <p:spPr>
          <a:xfrm>
            <a:off x="361375" y="2430100"/>
            <a:ext cx="8309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3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6079075" y="2452175"/>
            <a:ext cx="259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ko">
                <a:solidFill>
                  <a:srgbClr val="4A86E8"/>
                </a:solidFill>
              </a:rPr>
              <a:t>ToddlerBot Simulation</a:t>
            </a:r>
            <a:endParaRPr i="1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진행중…</a:t>
            </a:r>
            <a:endParaRPr b="1" i="1" sz="2500"/>
          </a:p>
        </p:txBody>
      </p:sp>
      <p:sp>
        <p:nvSpPr>
          <p:cNvPr id="68" name="Google Shape;68;p14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학습중 JAX 누수 문제 해결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문제되는 특정 함수 특정 (</a:t>
            </a:r>
            <a:r>
              <a:rPr lang="ko" sz="180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Domain Randomization</a:t>
            </a: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)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시뮬레이션 함수 테스트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Road Map</a:t>
            </a:r>
            <a:endParaRPr b="1" i="1" sz="2500"/>
          </a:p>
        </p:txBody>
      </p:sp>
      <p:sp>
        <p:nvSpPr>
          <p:cNvPr id="78" name="Google Shape;78;p15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시뮬레이션 코드 테스트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온도 시뮬레이션 JAX로 구축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시각화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모터 온도 실측해서 비교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이미 학습된 Agent에 온도 시뮬레이션 적용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보상 함수 구상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학습 진행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비교 실험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다른 논문과 비교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시뮬레이션 함수 테스트</a:t>
            </a:r>
            <a:endParaRPr b="1" i="1" sz="2500"/>
          </a:p>
        </p:txBody>
      </p:sp>
      <p:sp>
        <p:nvSpPr>
          <p:cNvPr id="88" name="Google Shape;88;p16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pic>
        <p:nvPicPr>
          <p:cNvPr id="93" name="Google Shape;9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6198" y="1325175"/>
            <a:ext cx="5979199" cy="356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시뮬레이션 함수 테스트</a:t>
            </a:r>
            <a:endParaRPr b="1" i="1" sz="2500"/>
          </a:p>
        </p:txBody>
      </p:sp>
      <p:sp>
        <p:nvSpPr>
          <p:cNvPr id="99" name="Google Shape;99;p17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5359" y="1610025"/>
            <a:ext cx="5080330" cy="302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